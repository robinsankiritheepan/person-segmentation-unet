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· DEEP LEARNING APPLIQUÉ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d'images : v1 → v3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fond flou de Zoom, recodé de A à Z : un U-Net qui prédit pour CHAQUE pixel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personne ou fond ». Du TP guidé (Dice 0,64) à la version pro (ResNet pré-entraîné).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· LE SUJET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masque : une sortie PAR PIXEL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 + masques -&gt; Dataset -&gt; U-Net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loss (BCE + Dice)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entrainement -&gt; meilleur ckpt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seuil (val) -&gt; score (test)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572000" cy="1005840"/>
          </a:xfrm>
          <a:prstGeom prst="roundRect">
            <a:avLst>
              <a:gd name="adj" fmla="val 545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avec le cours (S9)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4279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régression, le réseau sort UN nombre. Ici il sort une IMAGE de probabilités (1 par pixel) — mais le squelette en 10 étapes ne change pas.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: Penn-Fudan (170 piétons annotés) · v2/v3 : Kaggle Supervisely (2 667 personnes)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3511296" cy="658368"/>
          </a:xfrm>
          <a:prstGeom prst="roundRect">
            <a:avLst>
              <a:gd name="adj" fmla="val 8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1298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M1-M2 — lire, binariser, Dataset lazy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1938528"/>
            <a:ext cx="3511296" cy="658368"/>
          </a:xfrm>
          <a:prstGeom prst="roundRect">
            <a:avLst>
              <a:gd name="adj" fmla="val 8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58384" y="204825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le forward du U-Net (skips)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2688336"/>
            <a:ext cx="3511296" cy="658368"/>
          </a:xfrm>
          <a:prstGeom prst="roundRect">
            <a:avLst>
              <a:gd name="adj" fmla="val 8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58384" y="279806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la Soft Dice Loss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0" y="3438144"/>
            <a:ext cx="3511296" cy="658368"/>
          </a:xfrm>
          <a:prstGeom prst="roundRect">
            <a:avLst>
              <a:gd name="adj" fmla="val 8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58384" y="354787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la boucle d'entraînement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4187952"/>
            <a:ext cx="3511296" cy="658368"/>
          </a:xfrm>
          <a:prstGeom prst="roundRect">
            <a:avLst>
              <a:gd name="adj" fmla="val 8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58384" y="42976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M6-M7 — seuil optimal + photo perso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· L'ARCHITECTURE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U-Net : compresser, puis reconstruire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976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9684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(3, 128, 128)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enc1 --- skip1 -------------+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 /2                    |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enc2 --- skip2 ----+      |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pool /2           |      |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bottleneck        |      |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up2 -&gt; cat &lt;-------+      |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up1 -&gt; cat &lt;---------------+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 -&gt; (1, 128, 128) logits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97680" cy="1143000"/>
          </a:xfrm>
          <a:prstGeom prst="roundRect">
            <a:avLst>
              <a:gd name="adj" fmla="val 48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Les skip connections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40050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pooling détruit le détail spatial (OÙ est le contour exactement ?). Les skips le transportent de l'encoder au decoder : torch.cat([x, skip], dim=1). Sans elles : masques flous.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3785616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84064" y="12984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BILINEAR vs NEAREST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84064" y="1591056"/>
            <a:ext cx="34930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Redimensionner = INVENTER des pixels. Photo -&gt; BILINEAR (moyenne douce). Masque -&gt; NEAREST obligatoire : une moyenne entre 0 et 1 donne 0,5 = ni fond ni personne.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743200"/>
            <a:ext cx="3785616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84064" y="285292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sigmoid à la fin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84064" y="3145536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sortie = des LOGITS. BCEWithLogitsLoss applique la sigmoïde elle-même, plus stablement.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3886200"/>
            <a:ext cx="3785616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84064" y="399592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change la donne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84064" y="4288536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 MLP du cours, eval() compte VRAIMENT ici (BatchNorm se comporte différemment en train et en eval).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· LA LOSS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Dice : rendre le recouvrement dérivable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242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sigmoid(logits)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probas continues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dice = (2*(p*t).sum() + eps)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 (p.sum() + t.sum() + eps)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1 - dice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dice 1 -&gt; loss 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03580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« soft » 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328416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Dice compare des masques SEUILLÉS — mais le seuillage n'est pas dérivable, donc pas de gradient. La Soft Dice garde les probabilités : entraînable.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Dice, moitié-moitié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juge pixel par pixel · Dice juge la ZONE (robuste au déséquilibre fond/personne).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3511296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1298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≠ métrique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58384" y="1591056"/>
            <a:ext cx="32186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ENTRAÎNER : Soft Dice (probas continues).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ÉVALUER : Dice + IoU sur prédictions seuillées — le chiffre qu'on annonce.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&lt; Dice, toujours (mathématique).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306324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58384" y="317296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Le seuil se règle sur la VAL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58384" y="3465576"/>
            <a:ext cx="32186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sort des probas : à partir de combien c'est « personne » ? On teste 0,30 → 0,70 sur la VALIDATION et on garde le meilleur.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chercher sur le test = régler un bouton en regardant la réponse = tricher.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· LE MUR DE LA HONTE, SAISON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bugs vécus (aucun n'était du deep learning)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5272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 sans ()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7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la fonction, f() = son résultat — l'erreur explose 2 lignes plus loin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81728" y="1188720"/>
            <a:ext cx="4041648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25272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raise pas retiré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7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rempli mais la ligne suivante s'exécute quand même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4041648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313432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396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glob(".jpg") sans *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7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un fichier appelé « .jpg » → liste vide → IndexError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681728" y="2075688"/>
            <a:ext cx="4041648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2313432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1396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 imbriqué Penn/Penn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7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ne trouve rien · fix : rglob() cherche partout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57200" y="2962656"/>
            <a:ext cx="4041648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200400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26664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num_workers=2 (Windows)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7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process workers plantent sous Jupyter → 0 obligatoire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681728" y="2962656"/>
            <a:ext cx="4041648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3200400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3026664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sans torchvision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7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notebook tournait sur le MAUVAIS Python (python3 ≠ venv)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57200" y="3849624"/>
            <a:ext cx="4041648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4087368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3913632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MIOpen type_traits (ROCm)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7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GPU compile à la volée → il lui faut un compilateur C++ (fix : headers MinGW dans kernel.json)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· V3 PRO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leviers qui font grimper le Dice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⭐ Encoder ResNet18 pré-entraîné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9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 de poids qui savent déjà « voir » (ImageNet, 1,2 M d'images) — LE gros gain sur un petit dataset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Résolution 256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9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plus de pixels que 128 → contours nets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041648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Augmentation riche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" y="26151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9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à échelle variable (70-100 %) + color jitter — géométrique : image ET masque · couleur : image SEULE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212848"/>
            <a:ext cx="4041648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Normalisation ImageNet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26151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9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mean/std des données de pré-entraînement — obligatoire avec un encoder pré-entraîné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4041648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Cosine LR + meilleur checkpoint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" y="36393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9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pas au début, pas fins à la fin · on garde la meilleure photo des poids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3236976"/>
            <a:ext cx="4041648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AdamW + weight decay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36393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9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régularisation propre du fine-tuning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66176" cy="566928"/>
          </a:xfrm>
          <a:prstGeom prst="roundRect">
            <a:avLst>
              <a:gd name="adj" fmla="val 967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" y="4453128"/>
            <a:ext cx="7973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v1 (TinyUNet from scratch, 128px, 5 epochs) : Dice test ≈ 0,64 · IoU ≈ 0,49  —  la v3 vise 0,90+.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mini-projet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= 1 sortie PAR PIXEL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squelette du cours (10 étapes) ne change pas · U-Net : encoder compresse, decoder reconstruit, les SKIPS ramènent le détail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 : NEAREST, toujours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transformation géométrique s'applique à l'image ET au masque (mêmes paramètres) · la couleur à l'image seule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Dice pour entraîner, Dice/IoU pour évaluer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seuillage n'est pas dérivable → probas continues dans la loss · le seuil se choisit sur la VAL, jamais sur le test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= LE levier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encoder pré-entraîné sait déjà voir · normalisation ImageNet obligatoire · v1 0,64 → v3 ~0,90+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 sans () · raise pas retiré · glob sans * · zip imbriqué → rglob · num_workers=2 sous Windows → 0 · mauvais kernel Python · MIOpen sans compilateur C++ — 7 bugs, zéro deep learning : le métier c'est 80 % de plomberie.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Mini-projet — Segmentation d'images</dc:title>
  <dc:subject>PptxGenJS Presentation</dc:subject>
  <dc:creator>Cours Python &amp; IA</dc:creator>
  <cp:lastModifiedBy>Cours Python &amp; IA</cp:lastModifiedBy>
  <cp:revision>1</cp:revision>
  <dcterms:created xsi:type="dcterms:W3CDTF">2026-07-20T17:35:29Z</dcterms:created>
  <dcterms:modified xsi:type="dcterms:W3CDTF">2026-07-20T17:35:29Z</dcterms:modified>
</cp:coreProperties>
</file>